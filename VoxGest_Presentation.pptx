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VoxGest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voices. Connecting lives.</a:t>
            </a:r>
          </a:p>
          <a:p>
            <a:r>
              <a:t>[Team Members] · [Course/Year]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Communication gap for deaf/hard-of-hearing.</a:t>
            </a:r>
          </a:p>
          <a:p>
            <a:r>
              <a:t>• Expensive hardware requirements.</a:t>
            </a:r>
          </a:p>
          <a:p>
            <a:r>
              <a:t>• Lack of offline mobile bridge.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Camera Input</a:t>
            </a:r>
          </a:p>
          <a:p>
            <a:r>
              <a:t>2. MediaPipe Landmark Extraction</a:t>
            </a:r>
          </a:p>
          <a:p>
            <a:r>
              <a:t>3. TFLite Model Processing</a:t>
            </a:r>
          </a:p>
          <a:p>
            <a:r>
              <a:t>4. Phrase Builder</a:t>
            </a:r>
          </a:p>
          <a:p>
            <a:r>
              <a:t>5. Output (TTS/Avatar)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Layers:</a:t>
            </a:r>
          </a:p>
          <a:p>
            <a:r>
              <a:t>1. Input Capture</a:t>
            </a:r>
          </a:p>
          <a:p>
            <a:r>
              <a:t>2. Processing (Gated)</a:t>
            </a:r>
          </a:p>
          <a:p>
            <a:r>
              <a:t>3. Output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CNN -&gt; MediaPipe Pivot -&gt; Temporal Models -&gt; Token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